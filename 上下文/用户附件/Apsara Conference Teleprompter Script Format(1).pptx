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65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  <a:srgbClr val="FF3300"/>
    <a:srgbClr val="B2B2B2"/>
    <a:srgbClr val="202020"/>
    <a:srgbClr val="323232"/>
    <a:srgbClr val="CC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504"/>
  </p:normalViewPr>
  <p:slideViewPr>
    <p:cSldViewPr snapToGrid="0" showGuides="1">
      <p:cViewPr varScale="1">
        <p:scale>
          <a:sx n="91" d="100"/>
          <a:sy n="91" d="100"/>
        </p:scale>
        <p:origin x="1416" y="17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945" y="1279525"/>
            <a:ext cx="614176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20CE8-FA97-6622-E86C-FBD940E62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8A4209D-AC19-C9AB-5653-ADC9FB18AB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40450" cy="34544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2301F45-A767-EA09-D3B6-D2CC9B99CD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714D9A7-A79C-B89C-DF26-222780FA85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15971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E2A1A-85DC-636E-FAAC-12205DFFE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AE63F48-A0C8-DDAD-5BBF-E2BB9E996F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40450" cy="34544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7A60E65-7022-9CF3-9ABA-3496C342F9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9EF8E86-F126-EC61-31D1-674B9AED5E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78367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0D039-64AA-44F7-A67E-9A8C651D2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08365A9-4896-3D4E-DCCE-B9ABCA6DFF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40450" cy="34544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B810CF2-98CD-7E86-E435-28F8F81123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6129962-2276-3501-7F80-F8483CF722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59570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65953-68A6-C0DA-74CC-2CAA03259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F63DBA3-416C-1D6A-DB26-9B49C560DD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40450" cy="34544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24D3A27-BED1-E23D-C613-491891B913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D253DF-7418-0DEB-7011-AF8405A309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31739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680B2-C5C0-4429-077F-77832DF93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293DF6E-7C69-0FA9-7B9B-D9D02B804D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40450" cy="34544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69FEF27-0F21-61EC-1633-94E027E31B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B2BE23B-47A2-87AE-B0BA-85BF28661D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67795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170A9-AA66-4456-2C1D-B56517E56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D644049-30F5-CD58-9692-32F1E9264C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40450" cy="34544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B3CA308-DDD5-89E3-D868-7A0CE55D93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EEADBD1-DE9C-D8BC-521E-CBFC93BF29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71813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BF3FF-EE05-7ADF-6A23-C07B16505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ADEF9E5-1899-D352-8C78-0B94D2467A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40450" cy="34544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28E0BBF-0579-7912-8A3D-5A9B766742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DF86B6-18D0-9D5D-1041-D3C1D6EFF1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47857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/>
        </p:nvCxnSpPr>
        <p:spPr>
          <a:xfrm>
            <a:off x="201295" y="822325"/>
            <a:ext cx="2485390" cy="0"/>
          </a:xfrm>
          <a:prstGeom prst="line">
            <a:avLst/>
          </a:prstGeom>
          <a:ln w="28575" cmpd="sng">
            <a:solidFill>
              <a:srgbClr val="FFFF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None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2CAE7-C243-9FCF-E160-B37DDA549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9545F6BB-485E-5EEB-16A4-EB3CDD0E6DCB}"/>
              </a:ext>
            </a:extLst>
          </p:cNvPr>
          <p:cNvSpPr txBox="1"/>
          <p:nvPr/>
        </p:nvSpPr>
        <p:spPr>
          <a:xfrm>
            <a:off x="184785" y="158750"/>
            <a:ext cx="3088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solidFill>
                  <a:srgbClr val="FFFF00"/>
                </a:solidFill>
                <a:latin typeface="Arial Bold" panose="020B0604020202090204" charset="0"/>
                <a:ea typeface="+mj-ea"/>
                <a:cs typeface="Arial Bold" panose="020B0604020202090204" charset="0"/>
              </a:rPr>
              <a:t>KN</a:t>
            </a:r>
            <a:r>
              <a:rPr lang="zh-CN" altLang="en-US" sz="4000" b="1" dirty="0">
                <a:solidFill>
                  <a:srgbClr val="FFFF00"/>
                </a:solidFill>
                <a:latin typeface="Arial Bold" panose="020B0604020202090204" charset="0"/>
                <a:ea typeface="+mj-ea"/>
                <a:cs typeface="Arial Bold" panose="020B0604020202090204" charset="0"/>
              </a:rPr>
              <a:t> </a:t>
            </a:r>
            <a:r>
              <a:rPr lang="en-US" altLang="zh-CN" sz="4000" b="1" dirty="0">
                <a:solidFill>
                  <a:srgbClr val="FFFF00"/>
                </a:solidFill>
                <a:latin typeface="Arial Bold" panose="020B0604020202090204" charset="0"/>
                <a:ea typeface="+mj-ea"/>
                <a:cs typeface="Arial Bold" panose="020B0604020202090204" charset="0"/>
              </a:rPr>
              <a:t>P1-1/3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D7F1717-648D-CC98-8407-3F6561A5C488}"/>
              </a:ext>
            </a:extLst>
          </p:cNvPr>
          <p:cNvSpPr txBox="1"/>
          <p:nvPr/>
        </p:nvSpPr>
        <p:spPr>
          <a:xfrm>
            <a:off x="184785" y="943324"/>
            <a:ext cx="11822430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Teleprompter Script Format</a:t>
            </a:r>
            <a:r>
              <a:rPr lang="zh-CN" altLang="en-US" sz="4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：</a:t>
            </a:r>
            <a:endParaRPr lang="en-US" altLang="zh-CN" sz="45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indent="-914400">
              <a:buAutoNum type="arabicPeriod"/>
            </a:pPr>
            <a:r>
              <a:rPr lang="en-US" sz="4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main script should be set in </a:t>
            </a:r>
            <a:r>
              <a:rPr lang="en-US" sz="4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white </a:t>
            </a:r>
            <a:r>
              <a:rPr lang="en-US" sz="4500" b="1" dirty="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Arial Bold</a:t>
            </a:r>
            <a:r>
              <a:rPr lang="en-US" sz="4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zh-CN" sz="4500" b="1" dirty="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45</a:t>
            </a:r>
            <a:r>
              <a:rPr lang="en-US" sz="4500" b="1" dirty="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pt</a:t>
            </a:r>
            <a:r>
              <a:rPr lang="en-US" sz="4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with single line spacing.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45ECDB4-FC2A-DAEA-B243-B06EC8B1C44D}"/>
              </a:ext>
            </a:extLst>
          </p:cNvPr>
          <p:cNvSpPr/>
          <p:nvPr/>
        </p:nvSpPr>
        <p:spPr>
          <a:xfrm>
            <a:off x="9741877" y="0"/>
            <a:ext cx="2450123" cy="1031631"/>
          </a:xfrm>
          <a:prstGeom prst="rect">
            <a:avLst/>
          </a:prstGeom>
          <a:solidFill>
            <a:srgbClr val="CC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EDAD7E-DB00-AFCE-7E81-5F7F6312AC73}"/>
              </a:ext>
            </a:extLst>
          </p:cNvPr>
          <p:cNvSpPr txBox="1"/>
          <p:nvPr/>
        </p:nvSpPr>
        <p:spPr>
          <a:xfrm>
            <a:off x="9845992" y="112327"/>
            <a:ext cx="22418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sz="4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15:00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23BA63-82B1-EFAF-12DB-37F6F6A60F2D}"/>
              </a:ext>
            </a:extLst>
          </p:cNvPr>
          <p:cNvSpPr txBox="1"/>
          <p:nvPr/>
        </p:nvSpPr>
        <p:spPr>
          <a:xfrm>
            <a:off x="586154" y="5580185"/>
            <a:ext cx="10492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timer on the top right corner is just an indication of where the timer would be located. </a:t>
            </a:r>
          </a:p>
        </p:txBody>
      </p:sp>
    </p:spTree>
    <p:extLst>
      <p:ext uri="{BB962C8B-B14F-4D97-AF65-F5344CB8AC3E}">
        <p14:creationId xmlns:p14="http://schemas.microsoft.com/office/powerpoint/2010/main" val="28575369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C6336434-6641-B3AE-F10C-8525402B7C52}"/>
              </a:ext>
            </a:extLst>
          </p:cNvPr>
          <p:cNvSpPr txBox="1"/>
          <p:nvPr/>
        </p:nvSpPr>
        <p:spPr>
          <a:xfrm>
            <a:off x="184785" y="158750"/>
            <a:ext cx="3088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solidFill>
                  <a:srgbClr val="FFFF00"/>
                </a:solidFill>
                <a:latin typeface="Arial Bold" panose="020B0604020202090204" charset="0"/>
                <a:ea typeface="+mj-ea"/>
                <a:cs typeface="Arial Bold" panose="020B0604020202090204" charset="0"/>
              </a:rPr>
              <a:t>KN</a:t>
            </a:r>
            <a:r>
              <a:rPr lang="zh-CN" altLang="en-US" sz="4000" b="1" dirty="0">
                <a:solidFill>
                  <a:srgbClr val="FFFF00"/>
                </a:solidFill>
                <a:latin typeface="Arial Bold" panose="020B0604020202090204" charset="0"/>
                <a:ea typeface="+mj-ea"/>
                <a:cs typeface="Arial Bold" panose="020B0604020202090204" charset="0"/>
              </a:rPr>
              <a:t> </a:t>
            </a:r>
            <a:r>
              <a:rPr lang="en-US" altLang="zh-CN" sz="4000" b="1" dirty="0">
                <a:solidFill>
                  <a:srgbClr val="FFFF00"/>
                </a:solidFill>
                <a:latin typeface="Arial Bold" panose="020B0604020202090204" charset="0"/>
                <a:ea typeface="+mj-ea"/>
                <a:cs typeface="Arial Bold" panose="020B0604020202090204" charset="0"/>
              </a:rPr>
              <a:t>P1-2/3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F9DECA-E31D-8AFA-CDDF-8F4C643C12F9}"/>
              </a:ext>
            </a:extLst>
          </p:cNvPr>
          <p:cNvSpPr txBox="1"/>
          <p:nvPr/>
        </p:nvSpPr>
        <p:spPr>
          <a:xfrm>
            <a:off x="184785" y="1031631"/>
            <a:ext cx="11784476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Top-left </a:t>
            </a:r>
            <a:r>
              <a:rPr lang="en-US" sz="45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yellow label </a:t>
            </a:r>
            <a:r>
              <a:rPr lang="en-US" sz="4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indicates slide reference and page number (e.g., “KN P1” = Slide 1; “1/3” = Page 1 of 3).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5FA76C1-A94E-1E99-35AD-15BFAB5AEE81}"/>
              </a:ext>
            </a:extLst>
          </p:cNvPr>
          <p:cNvSpPr/>
          <p:nvPr/>
        </p:nvSpPr>
        <p:spPr>
          <a:xfrm>
            <a:off x="9741877" y="0"/>
            <a:ext cx="2450123" cy="1031631"/>
          </a:xfrm>
          <a:prstGeom prst="rect">
            <a:avLst/>
          </a:prstGeom>
          <a:solidFill>
            <a:srgbClr val="CC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EF498E-97F7-8893-4A50-1AFD0A660FD2}"/>
              </a:ext>
            </a:extLst>
          </p:cNvPr>
          <p:cNvSpPr txBox="1"/>
          <p:nvPr/>
        </p:nvSpPr>
        <p:spPr>
          <a:xfrm>
            <a:off x="9845992" y="112327"/>
            <a:ext cx="22418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sz="4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15:00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FAE83-4681-274E-D1D5-43B65E165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C0CFC141-4FA8-8712-44A3-12047CCE0566}"/>
              </a:ext>
            </a:extLst>
          </p:cNvPr>
          <p:cNvSpPr txBox="1"/>
          <p:nvPr/>
        </p:nvSpPr>
        <p:spPr>
          <a:xfrm>
            <a:off x="184785" y="158750"/>
            <a:ext cx="3088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solidFill>
                  <a:srgbClr val="FFFF00"/>
                </a:solidFill>
                <a:latin typeface="Arial Bold" panose="020B0604020202090204" charset="0"/>
                <a:ea typeface="+mj-ea"/>
                <a:cs typeface="Arial Bold" panose="020B0604020202090204" charset="0"/>
              </a:rPr>
              <a:t>KN</a:t>
            </a:r>
            <a:r>
              <a:rPr lang="zh-CN" altLang="en-US" sz="4000" b="1" dirty="0">
                <a:solidFill>
                  <a:srgbClr val="FFFF00"/>
                </a:solidFill>
                <a:latin typeface="Arial Bold" panose="020B0604020202090204" charset="0"/>
                <a:ea typeface="+mj-ea"/>
                <a:cs typeface="Arial Bold" panose="020B0604020202090204" charset="0"/>
              </a:rPr>
              <a:t> </a:t>
            </a:r>
            <a:r>
              <a:rPr lang="en-US" altLang="zh-CN" sz="4000" b="1" dirty="0">
                <a:solidFill>
                  <a:srgbClr val="FFFF00"/>
                </a:solidFill>
                <a:latin typeface="Arial Bold" panose="020B0604020202090204" charset="0"/>
                <a:ea typeface="+mj-ea"/>
                <a:cs typeface="Arial Bold" panose="020B0604020202090204" charset="0"/>
              </a:rPr>
              <a:t>P1-3/3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6F0E27-C38C-FAFC-1B5E-A8C1E6FF5E67}"/>
              </a:ext>
            </a:extLst>
          </p:cNvPr>
          <p:cNvSpPr txBox="1"/>
          <p:nvPr/>
        </p:nvSpPr>
        <p:spPr>
          <a:xfrm>
            <a:off x="184785" y="1055651"/>
            <a:ext cx="11796200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Make sure each click (either page turn or animation trigger) corresponds with one page of notes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525D17-52BD-D3FB-ADAD-BB7C5901EE67}"/>
              </a:ext>
            </a:extLst>
          </p:cNvPr>
          <p:cNvSpPr/>
          <p:nvPr/>
        </p:nvSpPr>
        <p:spPr>
          <a:xfrm>
            <a:off x="9741877" y="0"/>
            <a:ext cx="2450123" cy="1031631"/>
          </a:xfrm>
          <a:prstGeom prst="rect">
            <a:avLst/>
          </a:prstGeom>
          <a:solidFill>
            <a:srgbClr val="CC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62989D-E9DC-3D27-C267-E3679D7AF6C2}"/>
              </a:ext>
            </a:extLst>
          </p:cNvPr>
          <p:cNvSpPr txBox="1"/>
          <p:nvPr/>
        </p:nvSpPr>
        <p:spPr>
          <a:xfrm>
            <a:off x="9845992" y="112327"/>
            <a:ext cx="22418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sz="4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15:00</a:t>
            </a:r>
          </a:p>
        </p:txBody>
      </p:sp>
    </p:spTree>
    <p:extLst>
      <p:ext uri="{BB962C8B-B14F-4D97-AF65-F5344CB8AC3E}">
        <p14:creationId xmlns:p14="http://schemas.microsoft.com/office/powerpoint/2010/main" val="3690683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D9DEB-1B15-54A4-E815-6925884B3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68E98698-2A4F-E3FC-FC72-1F81FB38DC15}"/>
              </a:ext>
            </a:extLst>
          </p:cNvPr>
          <p:cNvSpPr txBox="1"/>
          <p:nvPr/>
        </p:nvSpPr>
        <p:spPr>
          <a:xfrm>
            <a:off x="184785" y="158750"/>
            <a:ext cx="3088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solidFill>
                  <a:srgbClr val="FFFF00"/>
                </a:solidFill>
                <a:latin typeface="Arial Bold" panose="020B0604020202090204" charset="0"/>
                <a:ea typeface="+mj-ea"/>
                <a:cs typeface="Arial Bold" panose="020B0604020202090204" charset="0"/>
              </a:rPr>
              <a:t>KN</a:t>
            </a:r>
            <a:r>
              <a:rPr lang="zh-CN" altLang="en-US" sz="4000" b="1" dirty="0">
                <a:solidFill>
                  <a:srgbClr val="FFFF00"/>
                </a:solidFill>
                <a:latin typeface="Arial Bold" panose="020B0604020202090204" charset="0"/>
                <a:ea typeface="+mj-ea"/>
                <a:cs typeface="Arial Bold" panose="020B0604020202090204" charset="0"/>
              </a:rPr>
              <a:t> </a:t>
            </a:r>
            <a:r>
              <a:rPr lang="en-US" altLang="zh-CN" sz="4000" b="1" dirty="0">
                <a:solidFill>
                  <a:srgbClr val="FFFF00"/>
                </a:solidFill>
                <a:latin typeface="Arial Bold" panose="020B0604020202090204" charset="0"/>
                <a:ea typeface="+mj-ea"/>
                <a:cs typeface="Arial Bold" panose="020B0604020202090204" charset="0"/>
              </a:rPr>
              <a:t>P2-1/5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A93310D-9894-E0AB-FC8A-708492357919}"/>
              </a:ext>
            </a:extLst>
          </p:cNvPr>
          <p:cNvSpPr/>
          <p:nvPr/>
        </p:nvSpPr>
        <p:spPr>
          <a:xfrm>
            <a:off x="9741877" y="0"/>
            <a:ext cx="2450123" cy="1031631"/>
          </a:xfrm>
          <a:prstGeom prst="rect">
            <a:avLst/>
          </a:prstGeom>
          <a:solidFill>
            <a:srgbClr val="CC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2D3101-5160-EC8A-15FB-EF79262FF983}"/>
              </a:ext>
            </a:extLst>
          </p:cNvPr>
          <p:cNvSpPr txBox="1"/>
          <p:nvPr/>
        </p:nvSpPr>
        <p:spPr>
          <a:xfrm>
            <a:off x="9845992" y="112327"/>
            <a:ext cx="22418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sz="4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15:00</a:t>
            </a:r>
          </a:p>
        </p:txBody>
      </p:sp>
    </p:spTree>
    <p:extLst>
      <p:ext uri="{BB962C8B-B14F-4D97-AF65-F5344CB8AC3E}">
        <p14:creationId xmlns:p14="http://schemas.microsoft.com/office/powerpoint/2010/main" val="3314348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981A4-B59B-C46A-1723-009F514F9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2BFBB451-7A4D-501A-3008-1CBD0F873711}"/>
              </a:ext>
            </a:extLst>
          </p:cNvPr>
          <p:cNvSpPr txBox="1"/>
          <p:nvPr/>
        </p:nvSpPr>
        <p:spPr>
          <a:xfrm>
            <a:off x="184785" y="158750"/>
            <a:ext cx="3088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solidFill>
                  <a:srgbClr val="FFFF00"/>
                </a:solidFill>
                <a:latin typeface="Arial Bold" panose="020B0604020202090204" charset="0"/>
                <a:ea typeface="+mj-ea"/>
                <a:cs typeface="Arial Bold" panose="020B0604020202090204" charset="0"/>
              </a:rPr>
              <a:t>KN</a:t>
            </a:r>
            <a:r>
              <a:rPr lang="zh-CN" altLang="en-US" sz="4000" b="1" dirty="0">
                <a:solidFill>
                  <a:srgbClr val="FFFF00"/>
                </a:solidFill>
                <a:latin typeface="Arial Bold" panose="020B0604020202090204" charset="0"/>
                <a:ea typeface="+mj-ea"/>
                <a:cs typeface="Arial Bold" panose="020B0604020202090204" charset="0"/>
              </a:rPr>
              <a:t> </a:t>
            </a:r>
            <a:r>
              <a:rPr lang="en-US" altLang="zh-CN" sz="4000" b="1" dirty="0">
                <a:solidFill>
                  <a:srgbClr val="FFFF00"/>
                </a:solidFill>
                <a:latin typeface="Arial Bold" panose="020B0604020202090204" charset="0"/>
                <a:ea typeface="+mj-ea"/>
                <a:cs typeface="Arial Bold" panose="020B0604020202090204" charset="0"/>
              </a:rPr>
              <a:t>P2-2/5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C89250C-E1B0-08DD-BA3B-0BD978354A62}"/>
              </a:ext>
            </a:extLst>
          </p:cNvPr>
          <p:cNvSpPr/>
          <p:nvPr/>
        </p:nvSpPr>
        <p:spPr>
          <a:xfrm>
            <a:off x="9741877" y="0"/>
            <a:ext cx="2450123" cy="1031631"/>
          </a:xfrm>
          <a:prstGeom prst="rect">
            <a:avLst/>
          </a:prstGeom>
          <a:solidFill>
            <a:srgbClr val="CC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83D875-B5AB-9521-9CF6-BF681820AD18}"/>
              </a:ext>
            </a:extLst>
          </p:cNvPr>
          <p:cNvSpPr txBox="1"/>
          <p:nvPr/>
        </p:nvSpPr>
        <p:spPr>
          <a:xfrm>
            <a:off x="9845992" y="112327"/>
            <a:ext cx="22418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sz="4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15:00</a:t>
            </a:r>
          </a:p>
        </p:txBody>
      </p:sp>
    </p:spTree>
    <p:extLst>
      <p:ext uri="{BB962C8B-B14F-4D97-AF65-F5344CB8AC3E}">
        <p14:creationId xmlns:p14="http://schemas.microsoft.com/office/powerpoint/2010/main" val="2863991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44FA4-D647-07F7-EAFD-5971FA631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341980DA-830D-BC0E-7602-BCB426CB4E66}"/>
              </a:ext>
            </a:extLst>
          </p:cNvPr>
          <p:cNvSpPr txBox="1"/>
          <p:nvPr/>
        </p:nvSpPr>
        <p:spPr>
          <a:xfrm>
            <a:off x="184785" y="158750"/>
            <a:ext cx="3088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solidFill>
                  <a:srgbClr val="FFFF00"/>
                </a:solidFill>
                <a:latin typeface="Arial Bold" panose="020B0604020202090204" charset="0"/>
                <a:ea typeface="+mj-ea"/>
                <a:cs typeface="Arial Bold" panose="020B0604020202090204" charset="0"/>
              </a:rPr>
              <a:t>KN</a:t>
            </a:r>
            <a:r>
              <a:rPr lang="zh-CN" altLang="en-US" sz="4000" b="1" dirty="0">
                <a:solidFill>
                  <a:srgbClr val="FFFF00"/>
                </a:solidFill>
                <a:latin typeface="Arial Bold" panose="020B0604020202090204" charset="0"/>
                <a:ea typeface="+mj-ea"/>
                <a:cs typeface="Arial Bold" panose="020B0604020202090204" charset="0"/>
              </a:rPr>
              <a:t> </a:t>
            </a:r>
            <a:r>
              <a:rPr lang="en-US" altLang="zh-CN" sz="4000" b="1" dirty="0">
                <a:solidFill>
                  <a:srgbClr val="FFFF00"/>
                </a:solidFill>
                <a:latin typeface="Arial Bold" panose="020B0604020202090204" charset="0"/>
                <a:ea typeface="+mj-ea"/>
                <a:cs typeface="Arial Bold" panose="020B0604020202090204" charset="0"/>
              </a:rPr>
              <a:t>P2-3/5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AC7381-5A5C-62FB-1D34-AA50BFFB662E}"/>
              </a:ext>
            </a:extLst>
          </p:cNvPr>
          <p:cNvSpPr/>
          <p:nvPr/>
        </p:nvSpPr>
        <p:spPr>
          <a:xfrm>
            <a:off x="9741877" y="0"/>
            <a:ext cx="2450123" cy="1031631"/>
          </a:xfrm>
          <a:prstGeom prst="rect">
            <a:avLst/>
          </a:prstGeom>
          <a:solidFill>
            <a:srgbClr val="CC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A60CBB-9462-16F5-605B-E03CFA89682C}"/>
              </a:ext>
            </a:extLst>
          </p:cNvPr>
          <p:cNvSpPr txBox="1"/>
          <p:nvPr/>
        </p:nvSpPr>
        <p:spPr>
          <a:xfrm>
            <a:off x="9845992" y="112327"/>
            <a:ext cx="22418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sz="4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15:00</a:t>
            </a:r>
          </a:p>
        </p:txBody>
      </p:sp>
    </p:spTree>
    <p:extLst>
      <p:ext uri="{BB962C8B-B14F-4D97-AF65-F5344CB8AC3E}">
        <p14:creationId xmlns:p14="http://schemas.microsoft.com/office/powerpoint/2010/main" val="14170330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7E50C-466A-F902-3D0D-06DBEA011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56932349-D632-2541-4402-47A0645C49C8}"/>
              </a:ext>
            </a:extLst>
          </p:cNvPr>
          <p:cNvSpPr txBox="1"/>
          <p:nvPr/>
        </p:nvSpPr>
        <p:spPr>
          <a:xfrm>
            <a:off x="184785" y="158750"/>
            <a:ext cx="3088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solidFill>
                  <a:srgbClr val="FFFF00"/>
                </a:solidFill>
                <a:latin typeface="Arial Bold" panose="020B0604020202090204" charset="0"/>
                <a:ea typeface="+mj-ea"/>
                <a:cs typeface="Arial Bold" panose="020B0604020202090204" charset="0"/>
              </a:rPr>
              <a:t>KN</a:t>
            </a:r>
            <a:r>
              <a:rPr lang="zh-CN" altLang="en-US" sz="4000" b="1" dirty="0">
                <a:solidFill>
                  <a:srgbClr val="FFFF00"/>
                </a:solidFill>
                <a:latin typeface="Arial Bold" panose="020B0604020202090204" charset="0"/>
                <a:ea typeface="+mj-ea"/>
                <a:cs typeface="Arial Bold" panose="020B0604020202090204" charset="0"/>
              </a:rPr>
              <a:t> </a:t>
            </a:r>
            <a:r>
              <a:rPr lang="en-US" altLang="zh-CN" sz="4000" b="1" dirty="0">
                <a:solidFill>
                  <a:srgbClr val="FFFF00"/>
                </a:solidFill>
                <a:latin typeface="Arial Bold" panose="020B0604020202090204" charset="0"/>
                <a:ea typeface="+mj-ea"/>
                <a:cs typeface="Arial Bold" panose="020B0604020202090204" charset="0"/>
              </a:rPr>
              <a:t>P2-4/5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B1A0BA3-4C52-5766-792E-CDAE5E0D0521}"/>
              </a:ext>
            </a:extLst>
          </p:cNvPr>
          <p:cNvSpPr/>
          <p:nvPr/>
        </p:nvSpPr>
        <p:spPr>
          <a:xfrm>
            <a:off x="9741877" y="0"/>
            <a:ext cx="2450123" cy="1031631"/>
          </a:xfrm>
          <a:prstGeom prst="rect">
            <a:avLst/>
          </a:prstGeom>
          <a:solidFill>
            <a:srgbClr val="CC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E211F2-63D7-E593-8ABA-BDAF6331D80B}"/>
              </a:ext>
            </a:extLst>
          </p:cNvPr>
          <p:cNvSpPr txBox="1"/>
          <p:nvPr/>
        </p:nvSpPr>
        <p:spPr>
          <a:xfrm>
            <a:off x="9845992" y="112327"/>
            <a:ext cx="22418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sz="4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15:00</a:t>
            </a:r>
          </a:p>
        </p:txBody>
      </p:sp>
    </p:spTree>
    <p:extLst>
      <p:ext uri="{BB962C8B-B14F-4D97-AF65-F5344CB8AC3E}">
        <p14:creationId xmlns:p14="http://schemas.microsoft.com/office/powerpoint/2010/main" val="1811523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D5C8B-D47C-32A1-F88C-987FFFE56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70DAA674-3855-A2E0-3EC4-57D2334221CE}"/>
              </a:ext>
            </a:extLst>
          </p:cNvPr>
          <p:cNvSpPr txBox="1"/>
          <p:nvPr/>
        </p:nvSpPr>
        <p:spPr>
          <a:xfrm>
            <a:off x="184785" y="158750"/>
            <a:ext cx="3088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solidFill>
                  <a:srgbClr val="FFFF00"/>
                </a:solidFill>
                <a:latin typeface="Arial Bold" panose="020B0604020202090204" charset="0"/>
                <a:ea typeface="+mj-ea"/>
                <a:cs typeface="Arial Bold" panose="020B0604020202090204" charset="0"/>
              </a:rPr>
              <a:t>KN</a:t>
            </a:r>
            <a:r>
              <a:rPr lang="zh-CN" altLang="en-US" sz="4000" b="1" dirty="0">
                <a:solidFill>
                  <a:srgbClr val="FFFF00"/>
                </a:solidFill>
                <a:latin typeface="Arial Bold" panose="020B0604020202090204" charset="0"/>
                <a:ea typeface="+mj-ea"/>
                <a:cs typeface="Arial Bold" panose="020B0604020202090204" charset="0"/>
              </a:rPr>
              <a:t> </a:t>
            </a:r>
            <a:r>
              <a:rPr lang="en-US" altLang="zh-CN" sz="4000" b="1" dirty="0">
                <a:solidFill>
                  <a:srgbClr val="FFFF00"/>
                </a:solidFill>
                <a:latin typeface="Arial Bold" panose="020B0604020202090204" charset="0"/>
                <a:ea typeface="+mj-ea"/>
                <a:cs typeface="Arial Bold" panose="020B0604020202090204" charset="0"/>
              </a:rPr>
              <a:t>P2-5/5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AB5BDD-E061-160E-B459-91334C948207}"/>
              </a:ext>
            </a:extLst>
          </p:cNvPr>
          <p:cNvSpPr/>
          <p:nvPr/>
        </p:nvSpPr>
        <p:spPr>
          <a:xfrm>
            <a:off x="9741877" y="0"/>
            <a:ext cx="2450123" cy="1031631"/>
          </a:xfrm>
          <a:prstGeom prst="rect">
            <a:avLst/>
          </a:prstGeom>
          <a:solidFill>
            <a:srgbClr val="CC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B28A8A-CD3E-367C-AF1A-B04AE4BC9465}"/>
              </a:ext>
            </a:extLst>
          </p:cNvPr>
          <p:cNvSpPr txBox="1"/>
          <p:nvPr/>
        </p:nvSpPr>
        <p:spPr>
          <a:xfrm>
            <a:off x="9845992" y="112327"/>
            <a:ext cx="22418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sz="4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15:00</a:t>
            </a:r>
          </a:p>
        </p:txBody>
      </p:sp>
    </p:spTree>
    <p:extLst>
      <p:ext uri="{BB962C8B-B14F-4D97-AF65-F5344CB8AC3E}">
        <p14:creationId xmlns:p14="http://schemas.microsoft.com/office/powerpoint/2010/main" val="3501578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127</Words>
  <Application>Microsoft Macintosh PowerPoint</Application>
  <PresentationFormat>宽屏</PresentationFormat>
  <Paragraphs>29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宋体</vt:lpstr>
      <vt:lpstr>Arial Bold</vt:lpstr>
      <vt:lpstr>Arial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Joy Huang</cp:lastModifiedBy>
  <cp:revision>31</cp:revision>
  <dcterms:created xsi:type="dcterms:W3CDTF">2024-04-17T08:39:56Z</dcterms:created>
  <dcterms:modified xsi:type="dcterms:W3CDTF">2026-10-12T02:42:42Z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2052-6.5.2.8766</vt:lpwstr>
  </property>
  <property fmtid="{D5CDD505-2E9C-101B-9397-08002B2CF9AE}" pid="3" name="ICV">
    <vt:lpwstr>02907C6099824E84BA462D65884373D2_41</vt:lpwstr>
  </property>
</Properties>
</file>